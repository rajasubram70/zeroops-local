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6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ZeroOps Tooling Strategy — Canon Europa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ZeroOps Capability  ·  Existing Canon Tool  ·  Current Maturity  ·  Proposed Action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704320" y="274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0" y="91440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84224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Keep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555480" y="91440"/>
            <a:ext cx="128016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71092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Extend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424160" y="91440"/>
            <a:ext cx="128016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960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New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292840" y="91440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4828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Replace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686800" y="438912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84224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High maturity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555480" y="438912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71092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Partial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424160" y="438912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057960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Gap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1292840" y="438912"/>
            <a:ext cx="128016" cy="12801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4828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Not present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7160" y="804672"/>
            <a:ext cx="192024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" y="822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ZEROOPS CAPABILITY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103120" y="804672"/>
            <a:ext cx="228600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822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CANON TOOL TODAY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434840" y="804672"/>
            <a:ext cx="260604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822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CURRENT MATURITY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086600" y="804672"/>
            <a:ext cx="329184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22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PROPOSED ACTION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424160" y="804672"/>
            <a:ext cx="164592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97312" y="822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37160" y="1078992"/>
            <a:ext cx="11905488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" y="1078992"/>
            <a:ext cx="109728" cy="9875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12435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Unified Observability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&amp; Alert Ingestion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48840" y="124358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ELK Stack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(Elasticsearch + Logstash + Beats)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62272" y="1188720"/>
            <a:ext cx="10058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4462272" y="1188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462272" y="1426464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Partial — ELK deployed but coverage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limited to subset of Oracle &amp; OCI apps.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Informatica, Salesforce, Pearlchain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not yet fully ingested.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14032" y="1188720"/>
            <a:ext cx="100584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7114032" y="1188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EXTEND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114032" y="1426464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Extend ELK: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Add Logstash pipelines for Informatica IICS,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Salesforce, Pearlchain, Oracle EBS queues.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Add Beats agents on EBS servers.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451592" y="133502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4-8 wks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" y="2121408"/>
            <a:ext cx="11905488" cy="987552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" y="2121408"/>
            <a:ext cx="109728" cy="9875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292608" y="22860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Oracle Application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Monitoring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48840" y="22860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Oracle Enterprise Manager (OEM)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62272" y="2231136"/>
            <a:ext cx="10058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4462272" y="2231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462272" y="24688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High — OEM deployed and monitoring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Oracle DB, EBS concurrent requests.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Custom alert rules limited.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integration to ITSM today.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114032" y="2231136"/>
            <a:ext cx="100584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7114032" y="2231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EXTEND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14032" y="24688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Add custom OEM alert rules: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MTL queue depth, WSH stall,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AR mandate expiry thresholds.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Connect OEM → ELK via Logstash.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451592" y="237744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2-4 wks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37160" y="3163824"/>
            <a:ext cx="11905488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7160" y="3163824"/>
            <a:ext cx="109728" cy="9875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" y="33284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Cloud Infrastructure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Monitoring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148840" y="3328416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OCI Monitoring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(Native Oracle Cloud)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462272" y="3273552"/>
            <a:ext cx="1005840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0" name="Text 58"/>
          <p:cNvSpPr/>
          <p:nvPr/>
        </p:nvSpPr>
        <p:spPr>
          <a:xfrm>
            <a:off x="4462272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462272" y="351129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High — OCI Monitoring active for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compute, storage, networking.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OCI Events &amp; Notifications configured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but not wired to any ITSM.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114032" y="3273552"/>
            <a:ext cx="100584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1"/>
          <p:cNvSpPr/>
          <p:nvPr/>
        </p:nvSpPr>
        <p:spPr>
          <a:xfrm>
            <a:off x="7114032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EXTEND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114032" y="3511296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Wire OCI Events webhook → Logstash → ELK.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new tooling required.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Extend alert thresholds for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ZeroOps Capacity Planner inputs.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451592" y="341985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6A34A"/>
                </a:solidFill>
              </a:rPr>
              <a:t>1-2 wks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37160" y="4206240"/>
            <a:ext cx="11905488" cy="987552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7160" y="4206240"/>
            <a:ext cx="109728" cy="9875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>
          <a:xfrm>
            <a:off x="292608" y="43708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Integration Pipeline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Monitoring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148840" y="43708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Informatica IICS Console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(native job monitoring)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462272" y="4315968"/>
            <a:ext cx="100584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1" name="Text 69"/>
          <p:cNvSpPr/>
          <p:nvPr/>
        </p:nvSpPr>
        <p:spPr>
          <a:xfrm>
            <a:off x="4462272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462272" y="45537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Low — Informatica monitoring is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native console only. TCS FAM team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monitor manually 24x7. No alerts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flowing to ELK or XURRENT today.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114032" y="4315968"/>
            <a:ext cx="100584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>
          <a:xfrm>
            <a:off x="7114032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 TOOLING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114032" y="4553712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Logstash Informatica IICS REST API plugin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OR scheduled job status poll into ELK.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Eliminate 24x7 manual FAM dependency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once ZeroOps auto-recovery active.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451592" y="446227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3-4 wks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37160" y="5248656"/>
            <a:ext cx="11905488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" y="5248656"/>
            <a:ext cx="109728" cy="9875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9" name="Text 77"/>
          <p:cNvSpPr/>
          <p:nvPr/>
        </p:nvSpPr>
        <p:spPr>
          <a:xfrm>
            <a:off x="292608" y="54132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ITSM &amp; Ticket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Lifecycle Management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148840" y="541324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XURRENT (SaaS)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(recently deployed)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462272" y="5358384"/>
            <a:ext cx="10058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2" name="Text 80"/>
          <p:cNvSpPr/>
          <p:nvPr/>
        </p:nvSpPr>
        <p:spPr>
          <a:xfrm>
            <a:off x="4462272" y="53583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462272" y="55961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Medium — XURRENT live as ITSM.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REST API available but webhook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configuration and bidirectional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integration not yet tested.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114032" y="5358384"/>
            <a:ext cx="100584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5" name="Text 83"/>
          <p:cNvSpPr/>
          <p:nvPr/>
        </p:nvSpPr>
        <p:spPr>
          <a:xfrm>
            <a:off x="7114032" y="53583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EXTEND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114032" y="5596128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Validate XURRENT REST API for: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Create, update, HiTL approval task,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auto-close. Configure webhooks.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replacement needed.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451592" y="5504688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1-2 wks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6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ZeroOps Tooling Strategy — Canon Europa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ZeroOps Capability  ·  Existing Canon Tool  ·  Current Maturity  ·  Proposed Action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704320" y="274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0" y="91440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84224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Keep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555480" y="91440"/>
            <a:ext cx="128016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71092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Extend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424160" y="91440"/>
            <a:ext cx="128016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960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New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292840" y="91440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48288" y="1005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Replace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686800" y="438912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84224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High maturity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555480" y="438912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71092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Partial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424160" y="438912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057960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Gap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1292840" y="438912"/>
            <a:ext cx="128016" cy="12801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48288" y="448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Not present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7160" y="804672"/>
            <a:ext cx="192024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" y="822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ZEROOPS CAPABILITY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103120" y="804672"/>
            <a:ext cx="228600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822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CANON TOOL TODAY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434840" y="804672"/>
            <a:ext cx="260604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822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CURRENT MATURITY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086600" y="804672"/>
            <a:ext cx="329184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22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PROPOSED ACTION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424160" y="804672"/>
            <a:ext cx="1645920" cy="256032"/>
          </a:xfrm>
          <a:prstGeom prst="rect">
            <a:avLst/>
          </a:prstGeom>
          <a:solidFill>
            <a:srgbClr val="0B162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97312" y="822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37160" y="1078992"/>
            <a:ext cx="11905488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" y="1078992"/>
            <a:ext cx="109728" cy="9875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12435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Agentic AI Orchestration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&amp; LLM Reasoning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48840" y="124358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Azure AI Foundry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(within Canon Azure tenancy)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62272" y="1188720"/>
            <a:ext cx="100584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8" name="Text 36"/>
          <p:cNvSpPr/>
          <p:nvPr/>
        </p:nvSpPr>
        <p:spPr>
          <a:xfrm>
            <a:off x="4462272" y="1188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NOT PRESENT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462272" y="1426464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None — Azure AI Foundry not yet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provisioned for this use case.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Canon has Azure tenancy but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Foundry agents not deployed.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14032" y="1188720"/>
            <a:ext cx="100584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7114032" y="1188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 TOOLING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114032" y="1426464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Provision Azure AI Foundry: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Agent Orchestrator, Prompt Flow,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Tool Registry, Memory Store.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Deploy 7 ZeroOps agents.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Claude Sonnet as reasoning LLM.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451592" y="133502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</a:rPr>
              <a:t>2-3 wks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" y="2121408"/>
            <a:ext cx="11905488" cy="987552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" y="2121408"/>
            <a:ext cx="109728" cy="9875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292608" y="22860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Autonomous Remediation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&amp; Script Execution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48840" y="22860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Custom Scripts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(Bash/Python — ad-hoc, undocumented)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62272" y="2231136"/>
            <a:ext cx="100584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4462272" y="2231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462272" y="24688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Low — scripts exist but ad-hoc.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central library, no version control,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risk scoring. Engineer-dependent.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Not callable by an automated system.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114032" y="2231136"/>
            <a:ext cx="100584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7114032" y="2231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 TOOLING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14032" y="24688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Build Pre-Approved Script Library: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Oracle EBS reprocessing, Informatica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restart, SM37 scheduling, WSH fix.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Store in Git. Risk-score each script.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Expose via OCI Bastion for ZeroOps.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451592" y="237744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4-6 wks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37160" y="3163824"/>
            <a:ext cx="11905488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7160" y="3163824"/>
            <a:ext cx="109728" cy="9875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" y="33284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Operational Dashboard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&amp; Command Centre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148840" y="3328416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Kibana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(part of ELK Stack)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462272" y="3273552"/>
            <a:ext cx="10058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0" name="Text 58"/>
          <p:cNvSpPr/>
          <p:nvPr/>
        </p:nvSpPr>
        <p:spPr>
          <a:xfrm>
            <a:off x="4462272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462272" y="351129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Partial — Kibana deployed for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log search and basic dashboards.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operational KPI dashboards.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real-time incident command view.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114032" y="3273552"/>
            <a:ext cx="100584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1"/>
          <p:cNvSpPr/>
          <p:nvPr/>
        </p:nvSpPr>
        <p:spPr>
          <a:xfrm>
            <a:off x="7114032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EXTEND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114032" y="3511296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Build ZeroOps Command Centre: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Kibana Canvas or React/Elasticsearch API.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MTTR, auto-fix rate, alert noise,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Silent Ops live log — all from ES indices.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451592" y="341985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3-5 wks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37160" y="4206240"/>
            <a:ext cx="11905488" cy="987552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7160" y="4206240"/>
            <a:ext cx="109728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8" name="Text 66"/>
          <p:cNvSpPr/>
          <p:nvPr/>
        </p:nvSpPr>
        <p:spPr>
          <a:xfrm>
            <a:off x="292608" y="43708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Knowledge Base &amp;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Institutional Memory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148840" y="43708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None — no formal KB 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runbook management system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462272" y="4315968"/>
            <a:ext cx="100584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1" name="Text 69"/>
          <p:cNvSpPr/>
          <p:nvPr/>
        </p:nvSpPr>
        <p:spPr>
          <a:xfrm>
            <a:off x="4462272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NOT PRESENT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462272" y="45537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None — knowledge is tribal.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Informatica runbooks in engineer heads.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Oracle EBS procedures undocumented.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structured KB or article management.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114032" y="4315968"/>
            <a:ext cx="100584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>
          <a:xfrm>
            <a:off x="7114032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 TOOLING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114032" y="4553712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ZeroOps KB Module (built-in).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Every resolved incident auto-generates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 KB article. Stored in Elasticsearch.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Searchable via ZeroOps Command Centre.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451592" y="446227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</a:rPr>
              <a:t>Auto-built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64748B"/>
                </a:solidFill>
              </a:rPr>
              <a:t>over 6 wks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37160" y="5248656"/>
            <a:ext cx="11905488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" y="5248656"/>
            <a:ext cx="109728" cy="9875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9" name="Text 77"/>
          <p:cNvSpPr/>
          <p:nvPr/>
        </p:nvSpPr>
        <p:spPr>
          <a:xfrm>
            <a:off x="292608" y="54132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Vendor &amp; Partner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Notification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148840" y="541324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Email + Manual calls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(Accenture DD Ops)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462272" y="5358384"/>
            <a:ext cx="100584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2" name="Text 80"/>
          <p:cNvSpPr/>
          <p:nvPr/>
        </p:nvSpPr>
        <p:spPr>
          <a:xfrm>
            <a:off x="4462272" y="53583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462272" y="55961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Low — Accenture notification is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manual email or phone. No webhook.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SLA for same-period DD rerun.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No automated handoff mechanism.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114032" y="5358384"/>
            <a:ext cx="100584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5" name="Text 83"/>
          <p:cNvSpPr/>
          <p:nvPr/>
        </p:nvSpPr>
        <p:spPr>
          <a:xfrm>
            <a:off x="7114032" y="53583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EXTEND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114032" y="5596128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XURRENT webhook → Accenture endpoint.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Negotiate same-period rerun SLA.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Define mandate-fix confirmation protocol.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Commercial track — not purely technical.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451592" y="5504688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Commercial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track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62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Tooling Readiness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Critical path to ZeroOps go-live at Canon Europa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46304" cy="960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OCI Monitoring → ELK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TCS / Canon Cloud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1207008"/>
            <a:ext cx="1170432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2070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 MATURITY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97280"/>
            <a:ext cx="14630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XURRENT API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7376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TCS / Canon ITSM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966960" y="1207008"/>
            <a:ext cx="1170432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0" y="12070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966960" y="16002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2w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219456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194560"/>
            <a:ext cx="14630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Oracle OEM Custom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" y="2560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Oracle / TCS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0" y="2304288"/>
            <a:ext cx="1170432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23042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14800" y="26974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3w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7920" y="219456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194560"/>
            <a:ext cx="146304" cy="9601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6437376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AI Foundry Provisioning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37376" y="2560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Microsoft / TCS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966960" y="2304288"/>
            <a:ext cx="1170432" cy="23774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9966960" y="23042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NOT PRESENT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966960" y="26974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3w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5760" y="329184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91840"/>
            <a:ext cx="14630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Informatica → ELK Pipeline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TCS / Informatica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0" y="3401568"/>
            <a:ext cx="117043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0" y="34015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114800" y="379476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4w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217920" y="329184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3291840"/>
            <a:ext cx="14630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ELK Coverage Extension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37376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TCS / Canon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966960" y="3401568"/>
            <a:ext cx="1170432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9966960" y="34015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9966960" y="379476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6w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65760" y="438912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389120"/>
            <a:ext cx="14630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585216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Pre-Approved Script Library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5216" y="4754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TCS SME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0" y="4498848"/>
            <a:ext cx="117043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0" y="44988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114800" y="48920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6w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217920" y="438912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4389120"/>
            <a:ext cx="14630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6437376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ZeroOps Command Centre (Kibana)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37376" y="4754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TCS / ZeroOps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966960" y="4498848"/>
            <a:ext cx="1170432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9" name="Text 57"/>
          <p:cNvSpPr/>
          <p:nvPr/>
        </p:nvSpPr>
        <p:spPr>
          <a:xfrm>
            <a:off x="9966960" y="44988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PARTIAL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9966960" y="48920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5w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365760" y="548640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5486400"/>
            <a:ext cx="146304" cy="9601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585216" y="5577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KB Auto-generation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85216" y="5852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ZeroOps auto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0" y="5596128"/>
            <a:ext cx="1170432" cy="23774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6" name="Text 64"/>
          <p:cNvSpPr/>
          <p:nvPr/>
        </p:nvSpPr>
        <p:spPr>
          <a:xfrm>
            <a:off x="4114800" y="559612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NOT PRESENT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114800" y="598932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6w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6217920" y="5486400"/>
            <a:ext cx="55778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17920" y="5486400"/>
            <a:ext cx="14630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0" name="Text 68"/>
          <p:cNvSpPr/>
          <p:nvPr/>
        </p:nvSpPr>
        <p:spPr>
          <a:xfrm>
            <a:off x="6437376" y="5577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Accenture DD Integration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37376" y="5852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Commercial track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966960" y="5596128"/>
            <a:ext cx="117043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3" name="Text 71"/>
          <p:cNvSpPr/>
          <p:nvPr/>
        </p:nvSpPr>
        <p:spPr>
          <a:xfrm>
            <a:off x="9966960" y="559612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9966960" y="603504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Commercial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 path: </a:t>
            </a:r>
            <a:pPr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Script Library + ELK Extension (6 wks)  ·  Azure AI Foundry (3 wks)  ·  Informatica pipeline (4 wks)  ·  All other items parallel.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ZeroOps Tooling Strategy — Canon Europa</dc:title>
  <dc:subject>PptxGenJS Presentation</dc:subject>
  <dc:creator>PptxGenJS</dc:creator>
  <cp:lastModifiedBy>PptxGenJS</cp:lastModifiedBy>
  <cp:revision>1</cp:revision>
  <dcterms:created xsi:type="dcterms:W3CDTF">2026-04-30T09:33:53Z</dcterms:created>
  <dcterms:modified xsi:type="dcterms:W3CDTF">2026-04-30T09:33:53Z</dcterms:modified>
</cp:coreProperties>
</file>